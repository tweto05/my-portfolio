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0" r:id="rId2"/>
    <p:sldId id="269" r:id="rId3"/>
    <p:sldId id="27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5E5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895C7-B934-4570-A4DC-9A3DCE0FD547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CDB1C-DCBE-4349-991E-E494573073A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888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CDB1C-DCBE-4349-991E-E494573073AF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170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4EE008-5F55-DB59-99B6-4C54410DC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722C2CE-7DCC-DCFF-B0C4-B8B7DB945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B0CEBD-3006-6B39-9CB0-D6E1020CC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F5B5-8B94-456B-B4E0-3473DEA2182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1DCB8B-BFE6-42E1-5D7B-C5D673BE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C1DA62-CEC3-25FE-039C-DEA617E1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A2B1-8C6C-44C8-8C9F-2042C4109687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748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B4DDC8-FF31-8BD7-84F9-FCE3BD858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421389-80AC-5C26-4A74-9C31050F6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C5C36F-89B5-37F1-9EFF-3C3940CD4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F5B5-8B94-456B-B4E0-3473DEA2182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D0550C-9A5C-C0E3-5B38-C304EA98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4C99CE-94CC-53A7-1CAB-FB8480786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A2B1-8C6C-44C8-8C9F-2042C4109687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7981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EB012A-DB69-BB37-B7AE-3DCB2952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7435C3-F520-7712-6732-EEBCA609C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0EDA22-193A-44EB-25EB-93849E19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F5B5-8B94-456B-B4E0-3473DEA2182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15114D-96D8-2773-9412-68EA0E3AD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940051-F9DB-BF05-22CD-F1F98F512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A2B1-8C6C-44C8-8C9F-2042C4109687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7559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E6FB37-B8F6-F6CC-2B14-765434FF1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D956D9-E345-5C77-F0FA-4CCC06749C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C894A19-33C3-56B9-4E18-E4A77852B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46B6BF-9862-1416-A859-5CA8DF53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F5B5-8B94-456B-B4E0-3473DEA2182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7F8C18-A812-BD23-887B-1A47A5A37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ECEFDE-A698-4572-2EEB-2CFE6EC6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A2B1-8C6C-44C8-8C9F-2042C4109687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0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330236-E9D1-ADA7-5CDE-3DADE887B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BAE427-9785-5EC0-0B7D-CA8855A0A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84D890F-5B4D-47B9-F6BC-86963CCF1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53E7090-07E3-55B0-05AA-54120BBC4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73F351F-F079-0445-1C6E-36FD6EBBC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58DB899-03AB-2A11-9EF8-8E828F635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F5B5-8B94-456B-B4E0-3473DEA2182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C52A1F4-4202-6444-15BA-CEACCEBB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65B4631-F109-17D0-A64D-6E0530C0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A2B1-8C6C-44C8-8C9F-2042C4109687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596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A30495-F995-D1C8-9DA9-406415B8A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2ACCD95-91B0-DA9C-2FF9-D47E0B4D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F5B5-8B94-456B-B4E0-3473DEA2182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EFC689A-9824-8A78-362F-9219BDF5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29A383-B2AA-19BA-4078-D6D826C92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A2B1-8C6C-44C8-8C9F-2042C4109687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9495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2C0A285-8B51-6469-BE29-2C4F14797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F5B5-8B94-456B-B4E0-3473DEA2182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03E9602-4EBD-4D0F-EFCD-AAC33BA74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D19D50-12E9-1BF3-8226-2424461AA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A2B1-8C6C-44C8-8C9F-2042C4109687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628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A801D7-5075-1533-135B-2AD47695B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3C457C-AED5-56F7-57B8-7E49F6DC8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183454-800C-6077-486F-998E606D9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3EDC05-0C5F-92EF-0EB0-9E701F5C9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F5B5-8B94-456B-B4E0-3473DEA2182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391A62-F873-8918-E196-354A73AF0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23B608-1103-36DC-4BCE-C2CA2446C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A2B1-8C6C-44C8-8C9F-2042C4109687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3594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5F6872-A145-2F9D-FBC8-096431A03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284EE7F-A853-0123-4111-6DFAA3B4B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F951A8-A537-0765-5F64-A29B9ED5E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2B1420-9270-252D-49AA-218EB4DCF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F5B5-8B94-456B-B4E0-3473DEA2182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48E6C8-BB9F-BAEC-4DCF-23F664A94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70AE20-C2A6-0FBF-82AE-806FFCE7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A2B1-8C6C-44C8-8C9F-2042C4109687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069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44D974-2584-014A-BB4E-532387771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A902413-483C-7D19-0E91-3A4BC5A76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497A98-B2BB-65A0-0ABA-C018D6562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F5B5-8B94-456B-B4E0-3473DEA2182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46EFF0-8B7E-6B5C-0063-93B4E93D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485DD8-2833-4E74-C030-6AF8ABD73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A2B1-8C6C-44C8-8C9F-2042C4109687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5952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AF4126B-CE3F-4A29-3074-1E7DF8B12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640F740-D333-91FD-993B-F7408D30B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4C5D22-A599-7630-F27E-5B0F75A18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F5B5-8B94-456B-B4E0-3473DEA2182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6201EB-238F-03B6-F178-EEAA521FD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47A708-E500-A25C-8033-0A97B095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A2B1-8C6C-44C8-8C9F-2042C4109687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016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D8610C7-D4CD-7F71-A229-47FDD10B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B60F2A-1F51-3605-921C-F458DEFD8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33C7AC-1236-DB0C-C8A4-442DC278E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1F5B5-8B94-456B-B4E0-3473DEA2182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446012-1BB9-1506-0C45-5D9B12814A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C1AE19-7643-670A-279D-256727575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CA2B1-8C6C-44C8-8C9F-2042C4109687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2089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D24729-4282-AB2A-BD25-2DED88095B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Cas </a:t>
            </a:r>
            <a:r>
              <a:rPr lang="fr-CA" dirty="0" err="1"/>
              <a:t>Almond</a:t>
            </a:r>
            <a:r>
              <a:rPr lang="fr-CA" dirty="0"/>
              <a:t> – Gabarit</a:t>
            </a:r>
            <a:endParaRPr lang="en-CA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F284431-EF53-1164-8905-6A948AC809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 err="1"/>
              <a:t>Estha</a:t>
            </a:r>
            <a:r>
              <a:rPr lang="fr-CA" dirty="0"/>
              <a:t> </a:t>
            </a:r>
            <a:r>
              <a:rPr lang="fr-CA" dirty="0" err="1"/>
              <a:t>Tshiya</a:t>
            </a:r>
            <a:r>
              <a:rPr lang="fr-CA" dirty="0"/>
              <a:t> </a:t>
            </a:r>
            <a:r>
              <a:rPr lang="fr-CA"/>
              <a:t>Wamonakeba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252344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042110-9A51-05E7-3280-9590053E99A4}"/>
              </a:ext>
            </a:extLst>
          </p:cNvPr>
          <p:cNvSpPr/>
          <p:nvPr/>
        </p:nvSpPr>
        <p:spPr>
          <a:xfrm>
            <a:off x="5380163" y="2654783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Company Code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113</a:t>
            </a:r>
          </a:p>
        </p:txBody>
      </p:sp>
      <p:cxnSp>
        <p:nvCxnSpPr>
          <p:cNvPr id="12" name="Connector: Elbow 168">
            <a:extLst>
              <a:ext uri="{FF2B5EF4-FFF2-40B4-BE49-F238E27FC236}">
                <a16:creationId xmlns:a16="http://schemas.microsoft.com/office/drawing/2014/main" id="{990C49C2-94AF-A31B-7BCD-D8C86DCC4B00}"/>
              </a:ext>
            </a:extLst>
          </p:cNvPr>
          <p:cNvCxnSpPr>
            <a:cxnSpLocks/>
            <a:stCxn id="52" idx="2"/>
            <a:endCxn id="24" idx="3"/>
          </p:cNvCxnSpPr>
          <p:nvPr/>
        </p:nvCxnSpPr>
        <p:spPr>
          <a:xfrm rot="5400000">
            <a:off x="7015265" y="3024505"/>
            <a:ext cx="615998" cy="129540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51A1DDA-3AF3-A8A1-297C-593655A03C9B}"/>
              </a:ext>
            </a:extLst>
          </p:cNvPr>
          <p:cNvSpPr/>
          <p:nvPr/>
        </p:nvSpPr>
        <p:spPr>
          <a:xfrm>
            <a:off x="841087" y="262611"/>
            <a:ext cx="3327396" cy="211564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05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area: ### - 14 - 00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A782FE-A7B5-00FC-EEB2-ACB9B3351839}"/>
              </a:ext>
            </a:extLst>
          </p:cNvPr>
          <p:cNvSpPr/>
          <p:nvPr/>
        </p:nvSpPr>
        <p:spPr>
          <a:xfrm>
            <a:off x="1842057" y="571607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Sales Organisation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cxnSp>
        <p:nvCxnSpPr>
          <p:cNvPr id="15" name="Connector: Elbow 168">
            <a:extLst>
              <a:ext uri="{FF2B5EF4-FFF2-40B4-BE49-F238E27FC236}">
                <a16:creationId xmlns:a16="http://schemas.microsoft.com/office/drawing/2014/main" id="{308284B5-F77B-81AB-7C87-C12DC847E0BB}"/>
              </a:ext>
            </a:extLst>
          </p:cNvPr>
          <p:cNvCxnSpPr>
            <a:cxnSpLocks/>
            <a:stCxn id="18" idx="0"/>
            <a:endCxn id="14" idx="3"/>
          </p:cNvCxnSpPr>
          <p:nvPr/>
        </p:nvCxnSpPr>
        <p:spPr>
          <a:xfrm rot="16200000" flipV="1">
            <a:off x="2928281" y="1133671"/>
            <a:ext cx="528619" cy="11026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75BB6B9-9957-E641-6779-264F59C9DA13}"/>
              </a:ext>
            </a:extLst>
          </p:cNvPr>
          <p:cNvSpPr/>
          <p:nvPr/>
        </p:nvSpPr>
        <p:spPr>
          <a:xfrm>
            <a:off x="6121101" y="4833941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Storage Location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02</a:t>
            </a:r>
          </a:p>
        </p:txBody>
      </p:sp>
      <p:cxnSp>
        <p:nvCxnSpPr>
          <p:cNvPr id="17" name="Connector: Elbow 168">
            <a:extLst>
              <a:ext uri="{FF2B5EF4-FFF2-40B4-BE49-F238E27FC236}">
                <a16:creationId xmlns:a16="http://schemas.microsoft.com/office/drawing/2014/main" id="{1544EBED-FB0D-BC00-B9E9-B59F0278DBD6}"/>
              </a:ext>
            </a:extLst>
          </p:cNvPr>
          <p:cNvCxnSpPr>
            <a:cxnSpLocks/>
            <a:stCxn id="22" idx="0"/>
            <a:endCxn id="14" idx="1"/>
          </p:cNvCxnSpPr>
          <p:nvPr/>
        </p:nvCxnSpPr>
        <p:spPr>
          <a:xfrm rot="5400000" flipH="1" flipV="1">
            <a:off x="1532867" y="1143922"/>
            <a:ext cx="528619" cy="8976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2A53D51-9FAA-7CB8-4AD7-F5C347626550}"/>
              </a:ext>
            </a:extLst>
          </p:cNvPr>
          <p:cNvSpPr/>
          <p:nvPr/>
        </p:nvSpPr>
        <p:spPr>
          <a:xfrm>
            <a:off x="2600021" y="1453112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Distribution Channel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3DF9DA-9A95-8A0D-CFC5-13EF9E1DE854}"/>
              </a:ext>
            </a:extLst>
          </p:cNvPr>
          <p:cNvSpPr/>
          <p:nvPr/>
        </p:nvSpPr>
        <p:spPr>
          <a:xfrm>
            <a:off x="4625673" y="4833941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Storage Location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88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350B03-1AEB-7930-7B23-D92CB816AAFB}"/>
              </a:ext>
            </a:extLst>
          </p:cNvPr>
          <p:cNvSpPr/>
          <p:nvPr/>
        </p:nvSpPr>
        <p:spPr>
          <a:xfrm>
            <a:off x="1104594" y="1453112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Division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00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3F26AA-D9B1-95D5-DBFB-75B4BF05E2CB}"/>
              </a:ext>
            </a:extLst>
          </p:cNvPr>
          <p:cNvSpPr/>
          <p:nvPr/>
        </p:nvSpPr>
        <p:spPr>
          <a:xfrm>
            <a:off x="5380162" y="3627319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Plant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113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98FC82-B1E4-AF03-C11C-1A66D62EF61C}"/>
              </a:ext>
            </a:extLst>
          </p:cNvPr>
          <p:cNvSpPr/>
          <p:nvPr/>
        </p:nvSpPr>
        <p:spPr>
          <a:xfrm>
            <a:off x="4364166" y="262611"/>
            <a:ext cx="3327396" cy="211564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05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area: ### - 12 - 00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AC17ED-3713-4C37-39B5-C8EE60533FDD}"/>
              </a:ext>
            </a:extLst>
          </p:cNvPr>
          <p:cNvSpPr/>
          <p:nvPr/>
        </p:nvSpPr>
        <p:spPr>
          <a:xfrm>
            <a:off x="5363137" y="571607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Sales Organisation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cxnSp>
        <p:nvCxnSpPr>
          <p:cNvPr id="31" name="Connector: Elbow 168">
            <a:extLst>
              <a:ext uri="{FF2B5EF4-FFF2-40B4-BE49-F238E27FC236}">
                <a16:creationId xmlns:a16="http://schemas.microsoft.com/office/drawing/2014/main" id="{CA3F58D4-77B1-FA6F-F9C6-4C6011912A59}"/>
              </a:ext>
            </a:extLst>
          </p:cNvPr>
          <p:cNvCxnSpPr>
            <a:cxnSpLocks/>
            <a:stCxn id="33" idx="0"/>
            <a:endCxn id="30" idx="3"/>
          </p:cNvCxnSpPr>
          <p:nvPr/>
        </p:nvCxnSpPr>
        <p:spPr>
          <a:xfrm rot="16200000" flipV="1">
            <a:off x="6449361" y="1133671"/>
            <a:ext cx="528619" cy="11026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168">
            <a:extLst>
              <a:ext uri="{FF2B5EF4-FFF2-40B4-BE49-F238E27FC236}">
                <a16:creationId xmlns:a16="http://schemas.microsoft.com/office/drawing/2014/main" id="{7C883F75-D57D-3512-E997-93F9CA2F69E5}"/>
              </a:ext>
            </a:extLst>
          </p:cNvPr>
          <p:cNvCxnSpPr>
            <a:cxnSpLocks/>
            <a:stCxn id="34" idx="0"/>
            <a:endCxn id="30" idx="1"/>
          </p:cNvCxnSpPr>
          <p:nvPr/>
        </p:nvCxnSpPr>
        <p:spPr>
          <a:xfrm rot="5400000" flipH="1" flipV="1">
            <a:off x="5053947" y="1143922"/>
            <a:ext cx="528619" cy="8976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48B0701-D410-65D1-5358-FD8339777E70}"/>
              </a:ext>
            </a:extLst>
          </p:cNvPr>
          <p:cNvSpPr/>
          <p:nvPr/>
        </p:nvSpPr>
        <p:spPr>
          <a:xfrm>
            <a:off x="6121101" y="1453112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Distribution Channel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1C76F8-6A7A-10D5-F2FD-118CA201AC81}"/>
              </a:ext>
            </a:extLst>
          </p:cNvPr>
          <p:cNvSpPr/>
          <p:nvPr/>
        </p:nvSpPr>
        <p:spPr>
          <a:xfrm>
            <a:off x="4625674" y="1453112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Division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00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9FCCBC-6EF1-963A-2D0F-E16EA09EE039}"/>
              </a:ext>
            </a:extLst>
          </p:cNvPr>
          <p:cNvSpPr/>
          <p:nvPr/>
        </p:nvSpPr>
        <p:spPr>
          <a:xfrm>
            <a:off x="7895931" y="269237"/>
            <a:ext cx="3327396" cy="211564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05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area: ### - 10 - 00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A7112D-3537-83D7-3670-56ED5E63AAFC}"/>
              </a:ext>
            </a:extLst>
          </p:cNvPr>
          <p:cNvSpPr/>
          <p:nvPr/>
        </p:nvSpPr>
        <p:spPr>
          <a:xfrm>
            <a:off x="8891428" y="571607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Sales Organisation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cxnSp>
        <p:nvCxnSpPr>
          <p:cNvPr id="37" name="Connector: Elbow 168">
            <a:extLst>
              <a:ext uri="{FF2B5EF4-FFF2-40B4-BE49-F238E27FC236}">
                <a16:creationId xmlns:a16="http://schemas.microsoft.com/office/drawing/2014/main" id="{51DBE614-FCB0-129E-C0AE-148A2BD3F323}"/>
              </a:ext>
            </a:extLst>
          </p:cNvPr>
          <p:cNvCxnSpPr>
            <a:cxnSpLocks/>
            <a:stCxn id="39" idx="0"/>
            <a:endCxn id="36" idx="3"/>
          </p:cNvCxnSpPr>
          <p:nvPr/>
        </p:nvCxnSpPr>
        <p:spPr>
          <a:xfrm rot="16200000" flipV="1">
            <a:off x="9977652" y="1133671"/>
            <a:ext cx="528619" cy="11026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168">
            <a:extLst>
              <a:ext uri="{FF2B5EF4-FFF2-40B4-BE49-F238E27FC236}">
                <a16:creationId xmlns:a16="http://schemas.microsoft.com/office/drawing/2014/main" id="{ABD94C48-A57E-967E-19BD-3FD553F4C46B}"/>
              </a:ext>
            </a:extLst>
          </p:cNvPr>
          <p:cNvCxnSpPr>
            <a:cxnSpLocks/>
            <a:stCxn id="40" idx="0"/>
            <a:endCxn id="36" idx="1"/>
          </p:cNvCxnSpPr>
          <p:nvPr/>
        </p:nvCxnSpPr>
        <p:spPr>
          <a:xfrm rot="5400000" flipH="1" flipV="1">
            <a:off x="8582238" y="1143922"/>
            <a:ext cx="528619" cy="8976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0FE35B3-5FD9-CE21-C6B1-C6507C778EAA}"/>
              </a:ext>
            </a:extLst>
          </p:cNvPr>
          <p:cNvSpPr/>
          <p:nvPr/>
        </p:nvSpPr>
        <p:spPr>
          <a:xfrm>
            <a:off x="9649392" y="1453112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Distribution Channel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562624D-02E7-AE1B-B966-713C1ADF6DC0}"/>
              </a:ext>
            </a:extLst>
          </p:cNvPr>
          <p:cNvSpPr/>
          <p:nvPr/>
        </p:nvSpPr>
        <p:spPr>
          <a:xfrm>
            <a:off x="8153965" y="1453112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Division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00</a:t>
            </a:r>
          </a:p>
        </p:txBody>
      </p:sp>
      <p:cxnSp>
        <p:nvCxnSpPr>
          <p:cNvPr id="41" name="Connector: Elbow 141">
            <a:extLst>
              <a:ext uri="{FF2B5EF4-FFF2-40B4-BE49-F238E27FC236}">
                <a16:creationId xmlns:a16="http://schemas.microsoft.com/office/drawing/2014/main" id="{1C87664F-EA2C-A0A1-5C1C-CF6D4E3560F9}"/>
              </a:ext>
            </a:extLst>
          </p:cNvPr>
          <p:cNvCxnSpPr>
            <a:cxnSpLocks/>
            <a:stCxn id="6" idx="0"/>
            <a:endCxn id="35" idx="2"/>
          </p:cNvCxnSpPr>
          <p:nvPr/>
        </p:nvCxnSpPr>
        <p:spPr>
          <a:xfrm rot="5400000" flipH="1" flipV="1">
            <a:off x="7658796" y="753951"/>
            <a:ext cx="269900" cy="35317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137">
            <a:extLst>
              <a:ext uri="{FF2B5EF4-FFF2-40B4-BE49-F238E27FC236}">
                <a16:creationId xmlns:a16="http://schemas.microsoft.com/office/drawing/2014/main" id="{5785FBC3-B546-954B-07D7-EE95B31E1A4C}"/>
              </a:ext>
            </a:extLst>
          </p:cNvPr>
          <p:cNvCxnSpPr>
            <a:cxnSpLocks/>
            <a:stCxn id="6" idx="0"/>
            <a:endCxn id="29" idx="2"/>
          </p:cNvCxnSpPr>
          <p:nvPr/>
        </p:nvCxnSpPr>
        <p:spPr>
          <a:xfrm flipV="1">
            <a:off x="6027864" y="2378257"/>
            <a:ext cx="0" cy="276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141">
            <a:extLst>
              <a:ext uri="{FF2B5EF4-FFF2-40B4-BE49-F238E27FC236}">
                <a16:creationId xmlns:a16="http://schemas.microsoft.com/office/drawing/2014/main" id="{4DFAF1DF-8383-9E4A-4BFF-A9E9C699D0EE}"/>
              </a:ext>
            </a:extLst>
          </p:cNvPr>
          <p:cNvCxnSpPr>
            <a:cxnSpLocks/>
            <a:stCxn id="6" idx="0"/>
            <a:endCxn id="13" idx="2"/>
          </p:cNvCxnSpPr>
          <p:nvPr/>
        </p:nvCxnSpPr>
        <p:spPr>
          <a:xfrm rot="16200000" flipV="1">
            <a:off x="4128062" y="754980"/>
            <a:ext cx="276526" cy="35230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0D963AFB-9566-B631-D8FA-D70E1B858DB7}"/>
              </a:ext>
            </a:extLst>
          </p:cNvPr>
          <p:cNvSpPr/>
          <p:nvPr/>
        </p:nvSpPr>
        <p:spPr>
          <a:xfrm>
            <a:off x="7323264" y="2658435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Purchasing Organisation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113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12ABF5-041A-E2BA-925D-79076185E7A2}"/>
              </a:ext>
            </a:extLst>
          </p:cNvPr>
          <p:cNvSpPr/>
          <p:nvPr/>
        </p:nvSpPr>
        <p:spPr>
          <a:xfrm>
            <a:off x="9266363" y="2662451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Purchasing Group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100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8C7FEB-E8B5-B0A6-42E5-2AF655123EC3}"/>
              </a:ext>
            </a:extLst>
          </p:cNvPr>
          <p:cNvSpPr/>
          <p:nvPr/>
        </p:nvSpPr>
        <p:spPr>
          <a:xfrm>
            <a:off x="9266362" y="3636555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Purchasing Group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200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3CACA63-51A0-03C2-323B-BB238CA9533D}"/>
              </a:ext>
            </a:extLst>
          </p:cNvPr>
          <p:cNvSpPr/>
          <p:nvPr/>
        </p:nvSpPr>
        <p:spPr>
          <a:xfrm>
            <a:off x="3437062" y="2653215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Controlling Area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113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7A6933B-575A-CE65-9446-E5C0C764DCA0}"/>
              </a:ext>
            </a:extLst>
          </p:cNvPr>
          <p:cNvSpPr/>
          <p:nvPr/>
        </p:nvSpPr>
        <p:spPr>
          <a:xfrm>
            <a:off x="3437062" y="3627319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Charts of Accounts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INT</a:t>
            </a:r>
          </a:p>
        </p:txBody>
      </p:sp>
      <p:cxnSp>
        <p:nvCxnSpPr>
          <p:cNvPr id="70" name="Straight Arrow Connector 137">
            <a:extLst>
              <a:ext uri="{FF2B5EF4-FFF2-40B4-BE49-F238E27FC236}">
                <a16:creationId xmlns:a16="http://schemas.microsoft.com/office/drawing/2014/main" id="{CDDCD576-0F7A-C1AD-1244-914BBEAC8F31}"/>
              </a:ext>
            </a:extLst>
          </p:cNvPr>
          <p:cNvCxnSpPr>
            <a:cxnSpLocks/>
            <a:stCxn id="6" idx="2"/>
            <a:endCxn id="24" idx="0"/>
          </p:cNvCxnSpPr>
          <p:nvPr/>
        </p:nvCxnSpPr>
        <p:spPr>
          <a:xfrm flipH="1">
            <a:off x="6027863" y="3360555"/>
            <a:ext cx="1" cy="266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141">
            <a:extLst>
              <a:ext uri="{FF2B5EF4-FFF2-40B4-BE49-F238E27FC236}">
                <a16:creationId xmlns:a16="http://schemas.microsoft.com/office/drawing/2014/main" id="{76688266-9084-5469-C5BA-C4999487774E}"/>
              </a:ext>
            </a:extLst>
          </p:cNvPr>
          <p:cNvCxnSpPr>
            <a:cxnSpLocks/>
            <a:stCxn id="24" idx="2"/>
            <a:endCxn id="16" idx="0"/>
          </p:cNvCxnSpPr>
          <p:nvPr/>
        </p:nvCxnSpPr>
        <p:spPr>
          <a:xfrm rot="16200000" flipH="1">
            <a:off x="6147907" y="4213046"/>
            <a:ext cx="500850" cy="7409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Connector: Elbow 141">
            <a:extLst>
              <a:ext uri="{FF2B5EF4-FFF2-40B4-BE49-F238E27FC236}">
                <a16:creationId xmlns:a16="http://schemas.microsoft.com/office/drawing/2014/main" id="{83ABCE94-FACB-A070-996E-776593CCE2B3}"/>
              </a:ext>
            </a:extLst>
          </p:cNvPr>
          <p:cNvCxnSpPr>
            <a:cxnSpLocks/>
            <a:stCxn id="24" idx="2"/>
            <a:endCxn id="21" idx="0"/>
          </p:cNvCxnSpPr>
          <p:nvPr/>
        </p:nvCxnSpPr>
        <p:spPr>
          <a:xfrm rot="5400000">
            <a:off x="5400194" y="4206272"/>
            <a:ext cx="500850" cy="7544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nector: Elbow 141">
            <a:extLst>
              <a:ext uri="{FF2B5EF4-FFF2-40B4-BE49-F238E27FC236}">
                <a16:creationId xmlns:a16="http://schemas.microsoft.com/office/drawing/2014/main" id="{F6991154-60CF-4D70-16F8-AFB07DAC71B4}"/>
              </a:ext>
            </a:extLst>
          </p:cNvPr>
          <p:cNvCxnSpPr>
            <a:cxnSpLocks/>
            <a:stCxn id="52" idx="3"/>
            <a:endCxn id="55" idx="1"/>
          </p:cNvCxnSpPr>
          <p:nvPr/>
        </p:nvCxnSpPr>
        <p:spPr>
          <a:xfrm>
            <a:off x="8618665" y="3011321"/>
            <a:ext cx="647697" cy="9781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137">
            <a:extLst>
              <a:ext uri="{FF2B5EF4-FFF2-40B4-BE49-F238E27FC236}">
                <a16:creationId xmlns:a16="http://schemas.microsoft.com/office/drawing/2014/main" id="{55B99D25-2B8C-4384-2B76-B53EE32D661C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8618665" y="3011321"/>
            <a:ext cx="647698" cy="4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137">
            <a:extLst>
              <a:ext uri="{FF2B5EF4-FFF2-40B4-BE49-F238E27FC236}">
                <a16:creationId xmlns:a16="http://schemas.microsoft.com/office/drawing/2014/main" id="{A0D1AE2F-B5CD-71AB-E2BC-174BDAB3FBCA}"/>
              </a:ext>
            </a:extLst>
          </p:cNvPr>
          <p:cNvCxnSpPr>
            <a:cxnSpLocks/>
            <a:stCxn id="59" idx="3"/>
            <a:endCxn id="6" idx="1"/>
          </p:cNvCxnSpPr>
          <p:nvPr/>
        </p:nvCxnSpPr>
        <p:spPr>
          <a:xfrm>
            <a:off x="4732463" y="3006101"/>
            <a:ext cx="647700" cy="1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Connector: Elbow 141">
            <a:extLst>
              <a:ext uri="{FF2B5EF4-FFF2-40B4-BE49-F238E27FC236}">
                <a16:creationId xmlns:a16="http://schemas.microsoft.com/office/drawing/2014/main" id="{E9222F01-CDA3-3513-4132-166F5F208C33}"/>
              </a:ext>
            </a:extLst>
          </p:cNvPr>
          <p:cNvCxnSpPr>
            <a:cxnSpLocks/>
            <a:stCxn id="60" idx="3"/>
            <a:endCxn id="6" idx="1"/>
          </p:cNvCxnSpPr>
          <p:nvPr/>
        </p:nvCxnSpPr>
        <p:spPr>
          <a:xfrm flipV="1">
            <a:off x="4732463" y="3007669"/>
            <a:ext cx="647700" cy="9725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37">
            <a:extLst>
              <a:ext uri="{FF2B5EF4-FFF2-40B4-BE49-F238E27FC236}">
                <a16:creationId xmlns:a16="http://schemas.microsoft.com/office/drawing/2014/main" id="{93EA4C19-98F7-B3CC-E04C-ED87B43B0B51}"/>
              </a:ext>
            </a:extLst>
          </p:cNvPr>
          <p:cNvCxnSpPr>
            <a:cxnSpLocks/>
            <a:stCxn id="6" idx="3"/>
            <a:endCxn id="52" idx="1"/>
          </p:cNvCxnSpPr>
          <p:nvPr/>
        </p:nvCxnSpPr>
        <p:spPr>
          <a:xfrm>
            <a:off x="6675564" y="3007669"/>
            <a:ext cx="647700" cy="3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2730353-2A50-A7DB-4692-B9D3718EFA45}"/>
              </a:ext>
            </a:extLst>
          </p:cNvPr>
          <p:cNvSpPr/>
          <p:nvPr/>
        </p:nvSpPr>
        <p:spPr>
          <a:xfrm>
            <a:off x="1577398" y="6242222"/>
            <a:ext cx="1295401" cy="41335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 dirty="0">
                <a:latin typeface="Segoe UI" panose="020B0502040204020203" pitchFamily="34" charset="0"/>
                <a:cs typeface="Segoe UI" panose="020B0502040204020203" pitchFamily="34" charset="0"/>
              </a:rPr>
              <a:t>Already Created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AA55ECD-B554-2720-B3C2-2CF5F7C0573F}"/>
              </a:ext>
            </a:extLst>
          </p:cNvPr>
          <p:cNvSpPr/>
          <p:nvPr/>
        </p:nvSpPr>
        <p:spPr>
          <a:xfrm>
            <a:off x="227157" y="6242222"/>
            <a:ext cx="1295401" cy="4133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 dirty="0">
                <a:latin typeface="Segoe UI" panose="020B0502040204020203" pitchFamily="34" charset="0"/>
                <a:cs typeface="Segoe UI" panose="020B0502040204020203" pitchFamily="34" charset="0"/>
              </a:rPr>
              <a:t>Must be modified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00D6D58-3955-0058-B02D-308C3BA12C40}"/>
              </a:ext>
            </a:extLst>
          </p:cNvPr>
          <p:cNvSpPr/>
          <p:nvPr/>
        </p:nvSpPr>
        <p:spPr>
          <a:xfrm>
            <a:off x="227158" y="5788342"/>
            <a:ext cx="1295401" cy="413355"/>
          </a:xfrm>
          <a:prstGeom prst="rect">
            <a:avLst/>
          </a:prstGeom>
          <a:solidFill>
            <a:srgbClr val="FF0000">
              <a:alpha val="10196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 dirty="0">
                <a:latin typeface="Segoe UI" panose="020B0502040204020203" pitchFamily="34" charset="0"/>
                <a:cs typeface="Segoe UI" panose="020B0502040204020203" pitchFamily="34" charset="0"/>
              </a:rPr>
              <a:t>Must be created once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0E03688-E7AB-264E-5F42-AC8CA24340CF}"/>
              </a:ext>
            </a:extLst>
          </p:cNvPr>
          <p:cNvSpPr/>
          <p:nvPr/>
        </p:nvSpPr>
        <p:spPr>
          <a:xfrm>
            <a:off x="227157" y="5334462"/>
            <a:ext cx="2645642" cy="4133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 dirty="0">
                <a:latin typeface="Segoe UI" panose="020B0502040204020203" pitchFamily="34" charset="0"/>
                <a:cs typeface="Segoe UI" panose="020B0502040204020203" pitchFamily="34" charset="0"/>
              </a:rPr>
              <a:t>Note : </a:t>
            </a:r>
            <a:br>
              <a:rPr lang="en-CA" sz="105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050" dirty="0">
                <a:latin typeface="Segoe UI" panose="020B0502040204020203" pitchFamily="34" charset="0"/>
                <a:cs typeface="Segoe UI" panose="020B0502040204020203" pitchFamily="34" charset="0"/>
              </a:rPr>
              <a:t>Replace ### by the Company 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567F39-DD04-FFB0-B571-856AE4A9C397}"/>
              </a:ext>
            </a:extLst>
          </p:cNvPr>
          <p:cNvSpPr/>
          <p:nvPr/>
        </p:nvSpPr>
        <p:spPr>
          <a:xfrm>
            <a:off x="1577399" y="5788342"/>
            <a:ext cx="1295401" cy="4133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 dirty="0">
                <a:latin typeface="Segoe UI" panose="020B0502040204020203" pitchFamily="34" charset="0"/>
                <a:cs typeface="Segoe UI" panose="020B0502040204020203" pitchFamily="34" charset="0"/>
              </a:rPr>
              <a:t>Must be created for every product</a:t>
            </a:r>
          </a:p>
        </p:txBody>
      </p:sp>
    </p:spTree>
    <p:extLst>
      <p:ext uri="{BB962C8B-B14F-4D97-AF65-F5344CB8AC3E}">
        <p14:creationId xmlns:p14="http://schemas.microsoft.com/office/powerpoint/2010/main" val="2407638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4792E2-3944-5C00-9355-9CE24459E2EA}"/>
              </a:ext>
            </a:extLst>
          </p:cNvPr>
          <p:cNvSpPr/>
          <p:nvPr/>
        </p:nvSpPr>
        <p:spPr>
          <a:xfrm>
            <a:off x="6860884" y="689888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Large plastic bag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113-P02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F4E310-5C6F-3CF3-7262-05FDDA7C9A35}"/>
              </a:ext>
            </a:extLst>
          </p:cNvPr>
          <p:cNvSpPr/>
          <p:nvPr/>
        </p:nvSpPr>
        <p:spPr>
          <a:xfrm>
            <a:off x="6860884" y="99077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Large box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113-P01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5E5AEC-087F-862B-4095-DA0663C2893B}"/>
              </a:ext>
            </a:extLst>
          </p:cNvPr>
          <p:cNvSpPr/>
          <p:nvPr/>
        </p:nvSpPr>
        <p:spPr>
          <a:xfrm>
            <a:off x="6860881" y="1277870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Small box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###-P03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678507-44D9-5588-FF3C-96A686A8EE55}"/>
              </a:ext>
            </a:extLst>
          </p:cNvPr>
          <p:cNvSpPr/>
          <p:nvPr/>
        </p:nvSpPr>
        <p:spPr>
          <a:xfrm>
            <a:off x="6860881" y="1865113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Small plastic bag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###-P04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A4D809-8865-D919-E96A-C4EA64C278F0}"/>
              </a:ext>
            </a:extLst>
          </p:cNvPr>
          <p:cNvSpPr/>
          <p:nvPr/>
        </p:nvSpPr>
        <p:spPr>
          <a:xfrm>
            <a:off x="8556334" y="689888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0D15ED-C47B-2174-5B15-33349FD11653}"/>
              </a:ext>
            </a:extLst>
          </p:cNvPr>
          <p:cNvSpPr/>
          <p:nvPr/>
        </p:nvSpPr>
        <p:spPr>
          <a:xfrm>
            <a:off x="8556334" y="99077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C5E96E-DEFC-C998-28C5-16C1559E1961}"/>
              </a:ext>
            </a:extLst>
          </p:cNvPr>
          <p:cNvSpPr/>
          <p:nvPr/>
        </p:nvSpPr>
        <p:spPr>
          <a:xfrm>
            <a:off x="8556331" y="1277870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5BC393-D552-778B-F2D2-936801483B14}"/>
              </a:ext>
            </a:extLst>
          </p:cNvPr>
          <p:cNvSpPr/>
          <p:nvPr/>
        </p:nvSpPr>
        <p:spPr>
          <a:xfrm>
            <a:off x="8556331" y="1865113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6AD264-4A3E-D8B6-501C-550725F6D5A7}"/>
              </a:ext>
            </a:extLst>
          </p:cNvPr>
          <p:cNvSpPr/>
          <p:nvPr/>
        </p:nvSpPr>
        <p:spPr>
          <a:xfrm>
            <a:off x="6860889" y="2620419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Nut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###-R01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8BC453-E6B4-41E6-01BC-26E5D7CF1A5B}"/>
              </a:ext>
            </a:extLst>
          </p:cNvPr>
          <p:cNvSpPr/>
          <p:nvPr/>
        </p:nvSpPr>
        <p:spPr>
          <a:xfrm>
            <a:off x="10251784" y="896019"/>
            <a:ext cx="1295401" cy="705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Vendor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Continental printing</a:t>
            </a:r>
          </a:p>
          <a:p>
            <a:pPr algn="ctr"/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V02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F24AE4-C543-5A7F-B51C-164D1FF99348}"/>
              </a:ext>
            </a:extLst>
          </p:cNvPr>
          <p:cNvSpPr/>
          <p:nvPr/>
        </p:nvSpPr>
        <p:spPr>
          <a:xfrm>
            <a:off x="6860881" y="3207663"/>
            <a:ext cx="1295401" cy="50885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Blueberries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###-R02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A7F11E-B853-46C7-0A7F-6D71299069CC}"/>
              </a:ext>
            </a:extLst>
          </p:cNvPr>
          <p:cNvSpPr/>
          <p:nvPr/>
        </p:nvSpPr>
        <p:spPr>
          <a:xfrm>
            <a:off x="8556330" y="3207663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EC4647-AA64-0E46-6C76-46E2AEDEAA32}"/>
              </a:ext>
            </a:extLst>
          </p:cNvPr>
          <p:cNvSpPr/>
          <p:nvPr/>
        </p:nvSpPr>
        <p:spPr>
          <a:xfrm>
            <a:off x="10251784" y="3841942"/>
            <a:ext cx="1295401" cy="705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Vendor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Food broker</a:t>
            </a:r>
          </a:p>
          <a:p>
            <a:pPr algn="ctr"/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V01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F47D14-58D6-58E7-15AB-BD2E54D0BA39}"/>
              </a:ext>
            </a:extLst>
          </p:cNvPr>
          <p:cNvSpPr/>
          <p:nvPr/>
        </p:nvSpPr>
        <p:spPr>
          <a:xfrm>
            <a:off x="8556337" y="2620419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5C437A-A154-A5C8-DE20-E5BA97A60A97}"/>
              </a:ext>
            </a:extLst>
          </p:cNvPr>
          <p:cNvSpPr/>
          <p:nvPr/>
        </p:nvSpPr>
        <p:spPr>
          <a:xfrm>
            <a:off x="2441565" y="1796441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Work Center 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3E04DA-9A83-7336-9DD3-47EDC82C8F07}"/>
              </a:ext>
            </a:extLst>
          </p:cNvPr>
          <p:cNvSpPr/>
          <p:nvPr/>
        </p:nvSpPr>
        <p:spPr>
          <a:xfrm>
            <a:off x="4143373" y="0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Bill of Material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3AF82C-6D7D-F641-14BD-5C4E48F9271A}"/>
              </a:ext>
            </a:extLst>
          </p:cNvPr>
          <p:cNvSpPr/>
          <p:nvPr/>
        </p:nvSpPr>
        <p:spPr>
          <a:xfrm>
            <a:off x="2447922" y="0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Finished Product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97A91B-9D99-1046-69D7-C32CA46FF4DD}"/>
              </a:ext>
            </a:extLst>
          </p:cNvPr>
          <p:cNvSpPr/>
          <p:nvPr/>
        </p:nvSpPr>
        <p:spPr>
          <a:xfrm>
            <a:off x="2447921" y="847725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Routing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B3C3D5-0309-1CC3-878A-1E3385F7F6C3}"/>
              </a:ext>
            </a:extLst>
          </p:cNvPr>
          <p:cNvSpPr/>
          <p:nvPr/>
        </p:nvSpPr>
        <p:spPr>
          <a:xfrm>
            <a:off x="483458" y="1668200"/>
            <a:ext cx="1295401" cy="7057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Price List</a:t>
            </a:r>
          </a:p>
        </p:txBody>
      </p:sp>
      <p:cxnSp>
        <p:nvCxnSpPr>
          <p:cNvPr id="33" name="Connector: Elbow 34">
            <a:extLst>
              <a:ext uri="{FF2B5EF4-FFF2-40B4-BE49-F238E27FC236}">
                <a16:creationId xmlns:a16="http://schemas.microsoft.com/office/drawing/2014/main" id="{BFDAB8CF-C297-87EE-4E11-9A2CE12562CB}"/>
              </a:ext>
            </a:extLst>
          </p:cNvPr>
          <p:cNvCxnSpPr>
            <a:cxnSpLocks/>
            <a:stCxn id="16" idx="1"/>
            <a:endCxn id="11" idx="3"/>
          </p:cNvCxnSpPr>
          <p:nvPr/>
        </p:nvCxnSpPr>
        <p:spPr>
          <a:xfrm rot="10800000">
            <a:off x="9851736" y="353507"/>
            <a:ext cx="400049" cy="8953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or: Elbow 40">
            <a:extLst>
              <a:ext uri="{FF2B5EF4-FFF2-40B4-BE49-F238E27FC236}">
                <a16:creationId xmlns:a16="http://schemas.microsoft.com/office/drawing/2014/main" id="{6D33E07F-9730-3BF9-7E3A-23F1A98E0795}"/>
              </a:ext>
            </a:extLst>
          </p:cNvPr>
          <p:cNvCxnSpPr>
            <a:cxnSpLocks/>
            <a:stCxn id="16" idx="1"/>
            <a:endCxn id="10" idx="3"/>
          </p:cNvCxnSpPr>
          <p:nvPr/>
        </p:nvCxnSpPr>
        <p:spPr>
          <a:xfrm rot="10800000">
            <a:off x="9851736" y="944319"/>
            <a:ext cx="400049" cy="3045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43">
            <a:extLst>
              <a:ext uri="{FF2B5EF4-FFF2-40B4-BE49-F238E27FC236}">
                <a16:creationId xmlns:a16="http://schemas.microsoft.com/office/drawing/2014/main" id="{1147F875-2CFA-2035-071C-E1A19574F27A}"/>
              </a:ext>
            </a:extLst>
          </p:cNvPr>
          <p:cNvCxnSpPr>
            <a:cxnSpLocks/>
            <a:stCxn id="16" idx="1"/>
            <a:endCxn id="12" idx="3"/>
          </p:cNvCxnSpPr>
          <p:nvPr/>
        </p:nvCxnSpPr>
        <p:spPr>
          <a:xfrm rot="10800000" flipV="1">
            <a:off x="9851732" y="1248904"/>
            <a:ext cx="400052" cy="283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46">
            <a:extLst>
              <a:ext uri="{FF2B5EF4-FFF2-40B4-BE49-F238E27FC236}">
                <a16:creationId xmlns:a16="http://schemas.microsoft.com/office/drawing/2014/main" id="{47C7B53B-BAD6-4AE8-108B-E0CD903F6880}"/>
              </a:ext>
            </a:extLst>
          </p:cNvPr>
          <p:cNvCxnSpPr>
            <a:cxnSpLocks/>
            <a:stCxn id="16" idx="1"/>
            <a:endCxn id="13" idx="3"/>
          </p:cNvCxnSpPr>
          <p:nvPr/>
        </p:nvCxnSpPr>
        <p:spPr>
          <a:xfrm rot="10800000" flipV="1">
            <a:off x="9851732" y="1248905"/>
            <a:ext cx="400052" cy="8706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50">
            <a:extLst>
              <a:ext uri="{FF2B5EF4-FFF2-40B4-BE49-F238E27FC236}">
                <a16:creationId xmlns:a16="http://schemas.microsoft.com/office/drawing/2014/main" id="{96E0EB2A-52E3-20E1-44FB-2F52D2653F7D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rot="10800000">
            <a:off x="9851738" y="2874850"/>
            <a:ext cx="400046" cy="13199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54">
            <a:extLst>
              <a:ext uri="{FF2B5EF4-FFF2-40B4-BE49-F238E27FC236}">
                <a16:creationId xmlns:a16="http://schemas.microsoft.com/office/drawing/2014/main" id="{C696FD2F-4177-6FAE-EF19-9A6AEEB6023E}"/>
              </a:ext>
            </a:extLst>
          </p:cNvPr>
          <p:cNvCxnSpPr>
            <a:cxnSpLocks/>
            <a:stCxn id="20" idx="1"/>
            <a:endCxn id="19" idx="3"/>
          </p:cNvCxnSpPr>
          <p:nvPr/>
        </p:nvCxnSpPr>
        <p:spPr>
          <a:xfrm rot="10800000">
            <a:off x="9851732" y="3462094"/>
            <a:ext cx="400053" cy="7327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63">
            <a:extLst>
              <a:ext uri="{FF2B5EF4-FFF2-40B4-BE49-F238E27FC236}">
                <a16:creationId xmlns:a16="http://schemas.microsoft.com/office/drawing/2014/main" id="{E3319602-3714-BCEF-95B5-279C31557F62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8156285" y="353507"/>
            <a:ext cx="400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66">
            <a:extLst>
              <a:ext uri="{FF2B5EF4-FFF2-40B4-BE49-F238E27FC236}">
                <a16:creationId xmlns:a16="http://schemas.microsoft.com/office/drawing/2014/main" id="{BEE86029-FA88-3C78-F2C2-2F69895E2B76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8156285" y="944318"/>
            <a:ext cx="400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69">
            <a:extLst>
              <a:ext uri="{FF2B5EF4-FFF2-40B4-BE49-F238E27FC236}">
                <a16:creationId xmlns:a16="http://schemas.microsoft.com/office/drawing/2014/main" id="{9EFE56BF-66DF-40E8-D383-C2508F0EB3D8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8156282" y="1532300"/>
            <a:ext cx="400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73">
            <a:extLst>
              <a:ext uri="{FF2B5EF4-FFF2-40B4-BE49-F238E27FC236}">
                <a16:creationId xmlns:a16="http://schemas.microsoft.com/office/drawing/2014/main" id="{F87DEAF6-16C9-2BDB-D8B6-C3B926111136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8156282" y="2119543"/>
            <a:ext cx="400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81">
            <a:extLst>
              <a:ext uri="{FF2B5EF4-FFF2-40B4-BE49-F238E27FC236}">
                <a16:creationId xmlns:a16="http://schemas.microsoft.com/office/drawing/2014/main" id="{43D2A59A-A758-C21D-DDF5-64CBE182DD42}"/>
              </a:ext>
            </a:extLst>
          </p:cNvPr>
          <p:cNvCxnSpPr>
            <a:cxnSpLocks/>
            <a:stCxn id="14" idx="3"/>
            <a:endCxn id="21" idx="1"/>
          </p:cNvCxnSpPr>
          <p:nvPr/>
        </p:nvCxnSpPr>
        <p:spPr>
          <a:xfrm>
            <a:off x="8156290" y="2874849"/>
            <a:ext cx="400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84">
            <a:extLst>
              <a:ext uri="{FF2B5EF4-FFF2-40B4-BE49-F238E27FC236}">
                <a16:creationId xmlns:a16="http://schemas.microsoft.com/office/drawing/2014/main" id="{9FE72F20-9FCE-FAA8-BFC4-2D54A6874312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156282" y="3462093"/>
            <a:ext cx="400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127">
            <a:extLst>
              <a:ext uri="{FF2B5EF4-FFF2-40B4-BE49-F238E27FC236}">
                <a16:creationId xmlns:a16="http://schemas.microsoft.com/office/drawing/2014/main" id="{631D4CE3-A2BC-F123-BD6E-0E6C06B45052}"/>
              </a:ext>
            </a:extLst>
          </p:cNvPr>
          <p:cNvCxnSpPr>
            <a:cxnSpLocks/>
            <a:stCxn id="25" idx="0"/>
            <a:endCxn id="28" idx="2"/>
          </p:cNvCxnSpPr>
          <p:nvPr/>
        </p:nvCxnSpPr>
        <p:spPr>
          <a:xfrm flipV="1">
            <a:off x="3089266" y="1553497"/>
            <a:ext cx="6356" cy="242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132">
            <a:extLst>
              <a:ext uri="{FF2B5EF4-FFF2-40B4-BE49-F238E27FC236}">
                <a16:creationId xmlns:a16="http://schemas.microsoft.com/office/drawing/2014/main" id="{6D75E518-CF9E-9559-F8B5-17E60CDDAD3E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flipH="1">
            <a:off x="3095622" y="705772"/>
            <a:ext cx="1" cy="141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137">
            <a:extLst>
              <a:ext uri="{FF2B5EF4-FFF2-40B4-BE49-F238E27FC236}">
                <a16:creationId xmlns:a16="http://schemas.microsoft.com/office/drawing/2014/main" id="{21FD1654-D16E-C1E0-BCEE-0C9E49FB9021}"/>
              </a:ext>
            </a:extLst>
          </p:cNvPr>
          <p:cNvCxnSpPr>
            <a:cxnSpLocks/>
            <a:stCxn id="27" idx="3"/>
            <a:endCxn id="26" idx="1"/>
          </p:cNvCxnSpPr>
          <p:nvPr/>
        </p:nvCxnSpPr>
        <p:spPr>
          <a:xfrm>
            <a:off x="3743323" y="352886"/>
            <a:ext cx="4000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141">
            <a:extLst>
              <a:ext uri="{FF2B5EF4-FFF2-40B4-BE49-F238E27FC236}">
                <a16:creationId xmlns:a16="http://schemas.microsoft.com/office/drawing/2014/main" id="{B47F3171-C4C5-3E38-55A5-B54E8319DEFD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1793866" y="352886"/>
            <a:ext cx="654057" cy="16954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171">
            <a:extLst>
              <a:ext uri="{FF2B5EF4-FFF2-40B4-BE49-F238E27FC236}">
                <a16:creationId xmlns:a16="http://schemas.microsoft.com/office/drawing/2014/main" id="{868684EC-21E3-A3ED-E590-D81B3653E574}"/>
              </a:ext>
            </a:extLst>
          </p:cNvPr>
          <p:cNvCxnSpPr>
            <a:cxnSpLocks/>
            <a:stCxn id="4" idx="1"/>
            <a:endCxn id="82" idx="3"/>
          </p:cNvCxnSpPr>
          <p:nvPr/>
        </p:nvCxnSpPr>
        <p:spPr>
          <a:xfrm rot="10800000" flipV="1">
            <a:off x="5038720" y="944317"/>
            <a:ext cx="1822165" cy="221591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174">
            <a:extLst>
              <a:ext uri="{FF2B5EF4-FFF2-40B4-BE49-F238E27FC236}">
                <a16:creationId xmlns:a16="http://schemas.microsoft.com/office/drawing/2014/main" id="{769B3C79-37B9-8F21-B126-0B25353858D9}"/>
              </a:ext>
            </a:extLst>
          </p:cNvPr>
          <p:cNvCxnSpPr>
            <a:cxnSpLocks/>
            <a:stCxn id="5" idx="1"/>
            <a:endCxn id="82" idx="3"/>
          </p:cNvCxnSpPr>
          <p:nvPr/>
        </p:nvCxnSpPr>
        <p:spPr>
          <a:xfrm rot="10800000" flipV="1">
            <a:off x="5038720" y="353507"/>
            <a:ext cx="1822165" cy="28067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C7AE4719-A52D-CB4C-3DD9-583792B18024}"/>
              </a:ext>
            </a:extLst>
          </p:cNvPr>
          <p:cNvSpPr/>
          <p:nvPr/>
        </p:nvSpPr>
        <p:spPr>
          <a:xfrm>
            <a:off x="2317463" y="-83189"/>
            <a:ext cx="3327396" cy="176276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CA" sz="105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Production Version</a:t>
            </a:r>
          </a:p>
        </p:txBody>
      </p:sp>
      <p:cxnSp>
        <p:nvCxnSpPr>
          <p:cNvPr id="83" name="Connector: Elbow 171">
            <a:extLst>
              <a:ext uri="{FF2B5EF4-FFF2-40B4-BE49-F238E27FC236}">
                <a16:creationId xmlns:a16="http://schemas.microsoft.com/office/drawing/2014/main" id="{C8F17D9B-9F8C-48B3-F3BE-69B0AD5A1ABA}"/>
              </a:ext>
            </a:extLst>
          </p:cNvPr>
          <p:cNvCxnSpPr>
            <a:cxnSpLocks/>
            <a:stCxn id="6" idx="1"/>
            <a:endCxn id="26" idx="3"/>
          </p:cNvCxnSpPr>
          <p:nvPr/>
        </p:nvCxnSpPr>
        <p:spPr>
          <a:xfrm rot="10800000">
            <a:off x="5438775" y="352886"/>
            <a:ext cx="1422107" cy="11794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Connector: Elbow 171">
            <a:extLst>
              <a:ext uri="{FF2B5EF4-FFF2-40B4-BE49-F238E27FC236}">
                <a16:creationId xmlns:a16="http://schemas.microsoft.com/office/drawing/2014/main" id="{07BFB5A1-8F08-862E-7B95-6572A829B7AB}"/>
              </a:ext>
            </a:extLst>
          </p:cNvPr>
          <p:cNvCxnSpPr>
            <a:cxnSpLocks/>
            <a:stCxn id="7" idx="1"/>
            <a:endCxn id="26" idx="3"/>
          </p:cNvCxnSpPr>
          <p:nvPr/>
        </p:nvCxnSpPr>
        <p:spPr>
          <a:xfrm rot="10800000">
            <a:off x="5438775" y="352887"/>
            <a:ext cx="1422107" cy="17666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Connector: Elbow 171">
            <a:extLst>
              <a:ext uri="{FF2B5EF4-FFF2-40B4-BE49-F238E27FC236}">
                <a16:creationId xmlns:a16="http://schemas.microsoft.com/office/drawing/2014/main" id="{44A8989D-895D-9C18-F5FD-EC91E25C6453}"/>
              </a:ext>
            </a:extLst>
          </p:cNvPr>
          <p:cNvCxnSpPr>
            <a:cxnSpLocks/>
            <a:stCxn id="14" idx="1"/>
            <a:endCxn id="26" idx="3"/>
          </p:cNvCxnSpPr>
          <p:nvPr/>
        </p:nvCxnSpPr>
        <p:spPr>
          <a:xfrm rot="10800000">
            <a:off x="5438775" y="352887"/>
            <a:ext cx="1422115" cy="25219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Connector: Elbow 171">
            <a:extLst>
              <a:ext uri="{FF2B5EF4-FFF2-40B4-BE49-F238E27FC236}">
                <a16:creationId xmlns:a16="http://schemas.microsoft.com/office/drawing/2014/main" id="{2C70529A-7F29-E38D-786C-B682CE5D3409}"/>
              </a:ext>
            </a:extLst>
          </p:cNvPr>
          <p:cNvCxnSpPr>
            <a:cxnSpLocks/>
            <a:stCxn id="18" idx="1"/>
            <a:endCxn id="26" idx="3"/>
          </p:cNvCxnSpPr>
          <p:nvPr/>
        </p:nvCxnSpPr>
        <p:spPr>
          <a:xfrm rot="10800000">
            <a:off x="5438775" y="352887"/>
            <a:ext cx="1422107" cy="31092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D2048E2C-AC62-C9F5-8F4C-DD45E1619FD2}"/>
              </a:ext>
            </a:extLst>
          </p:cNvPr>
          <p:cNvSpPr/>
          <p:nvPr/>
        </p:nvSpPr>
        <p:spPr>
          <a:xfrm>
            <a:off x="6860880" y="3802922"/>
            <a:ext cx="1295401" cy="50885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Strawberries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###-R03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A486BA6-EBFD-4942-2EA8-FE3A021194F9}"/>
              </a:ext>
            </a:extLst>
          </p:cNvPr>
          <p:cNvSpPr/>
          <p:nvPr/>
        </p:nvSpPr>
        <p:spPr>
          <a:xfrm>
            <a:off x="6860879" y="4386458"/>
            <a:ext cx="1295401" cy="50885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Raisins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###-R04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03CC4C8-DEC9-535D-D8CB-2EEAE514D74F}"/>
              </a:ext>
            </a:extLst>
          </p:cNvPr>
          <p:cNvSpPr/>
          <p:nvPr/>
        </p:nvSpPr>
        <p:spPr>
          <a:xfrm>
            <a:off x="8556328" y="4386458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6D7AB68-EA72-B09C-D338-061FFCA40E54}"/>
              </a:ext>
            </a:extLst>
          </p:cNvPr>
          <p:cNvSpPr/>
          <p:nvPr/>
        </p:nvSpPr>
        <p:spPr>
          <a:xfrm>
            <a:off x="8556328" y="3802922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cxnSp>
        <p:nvCxnSpPr>
          <p:cNvPr id="102" name="Straight Arrow Connector 81">
            <a:extLst>
              <a:ext uri="{FF2B5EF4-FFF2-40B4-BE49-F238E27FC236}">
                <a16:creationId xmlns:a16="http://schemas.microsoft.com/office/drawing/2014/main" id="{0813EA43-6223-DA43-B9E9-8C330F3FD33A}"/>
              </a:ext>
            </a:extLst>
          </p:cNvPr>
          <p:cNvCxnSpPr>
            <a:cxnSpLocks/>
            <a:stCxn id="98" idx="3"/>
            <a:endCxn id="101" idx="1"/>
          </p:cNvCxnSpPr>
          <p:nvPr/>
        </p:nvCxnSpPr>
        <p:spPr>
          <a:xfrm>
            <a:off x="8156281" y="4057352"/>
            <a:ext cx="400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84">
            <a:extLst>
              <a:ext uri="{FF2B5EF4-FFF2-40B4-BE49-F238E27FC236}">
                <a16:creationId xmlns:a16="http://schemas.microsoft.com/office/drawing/2014/main" id="{DDD2E0F8-5C3B-9BCC-CCC9-A32D584E057B}"/>
              </a:ext>
            </a:extLst>
          </p:cNvPr>
          <p:cNvCxnSpPr>
            <a:cxnSpLocks/>
            <a:stCxn id="99" idx="3"/>
            <a:endCxn id="100" idx="1"/>
          </p:cNvCxnSpPr>
          <p:nvPr/>
        </p:nvCxnSpPr>
        <p:spPr>
          <a:xfrm>
            <a:off x="8156280" y="4640888"/>
            <a:ext cx="400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14CE35A-94D8-6574-EDA4-D542837AF055}"/>
              </a:ext>
            </a:extLst>
          </p:cNvPr>
          <p:cNvSpPr/>
          <p:nvPr/>
        </p:nvSpPr>
        <p:spPr>
          <a:xfrm>
            <a:off x="6860880" y="4981715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Wheat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113-R05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EC9FE6C-796B-E47B-BC75-27B27DA03EBE}"/>
              </a:ext>
            </a:extLst>
          </p:cNvPr>
          <p:cNvSpPr/>
          <p:nvPr/>
        </p:nvSpPr>
        <p:spPr>
          <a:xfrm>
            <a:off x="6860879" y="5565251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Oats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113-R06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895943E-D18F-C7AA-48A3-50A2552E7F59}"/>
              </a:ext>
            </a:extLst>
          </p:cNvPr>
          <p:cNvSpPr/>
          <p:nvPr/>
        </p:nvSpPr>
        <p:spPr>
          <a:xfrm>
            <a:off x="8556328" y="5565251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6A0360A-B373-F489-C611-F8AC3A0065AF}"/>
              </a:ext>
            </a:extLst>
          </p:cNvPr>
          <p:cNvSpPr/>
          <p:nvPr/>
        </p:nvSpPr>
        <p:spPr>
          <a:xfrm>
            <a:off x="8556328" y="4981715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cxnSp>
        <p:nvCxnSpPr>
          <p:cNvPr id="130" name="Straight Arrow Connector 81">
            <a:extLst>
              <a:ext uri="{FF2B5EF4-FFF2-40B4-BE49-F238E27FC236}">
                <a16:creationId xmlns:a16="http://schemas.microsoft.com/office/drawing/2014/main" id="{D38204E1-F33C-BE89-AD65-01DED7BDFB16}"/>
              </a:ext>
            </a:extLst>
          </p:cNvPr>
          <p:cNvCxnSpPr>
            <a:cxnSpLocks/>
            <a:stCxn id="126" idx="3"/>
            <a:endCxn id="129" idx="1"/>
          </p:cNvCxnSpPr>
          <p:nvPr/>
        </p:nvCxnSpPr>
        <p:spPr>
          <a:xfrm>
            <a:off x="8156281" y="5236145"/>
            <a:ext cx="400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84">
            <a:extLst>
              <a:ext uri="{FF2B5EF4-FFF2-40B4-BE49-F238E27FC236}">
                <a16:creationId xmlns:a16="http://schemas.microsoft.com/office/drawing/2014/main" id="{3E704F70-8D00-8459-0EF3-AC8FA87B528F}"/>
              </a:ext>
            </a:extLst>
          </p:cNvPr>
          <p:cNvCxnSpPr>
            <a:cxnSpLocks/>
            <a:stCxn id="127" idx="3"/>
            <a:endCxn id="128" idx="1"/>
          </p:cNvCxnSpPr>
          <p:nvPr/>
        </p:nvCxnSpPr>
        <p:spPr>
          <a:xfrm>
            <a:off x="8156280" y="5819681"/>
            <a:ext cx="400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Connector: Elbow 54">
            <a:extLst>
              <a:ext uri="{FF2B5EF4-FFF2-40B4-BE49-F238E27FC236}">
                <a16:creationId xmlns:a16="http://schemas.microsoft.com/office/drawing/2014/main" id="{A42EAA76-C788-BF30-CCD3-C3F852AC22E4}"/>
              </a:ext>
            </a:extLst>
          </p:cNvPr>
          <p:cNvCxnSpPr>
            <a:cxnSpLocks/>
            <a:stCxn id="20" idx="1"/>
            <a:endCxn id="101" idx="3"/>
          </p:cNvCxnSpPr>
          <p:nvPr/>
        </p:nvCxnSpPr>
        <p:spPr>
          <a:xfrm rot="10800000">
            <a:off x="9851730" y="4057352"/>
            <a:ext cx="400055" cy="1374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Connector: Elbow 54">
            <a:extLst>
              <a:ext uri="{FF2B5EF4-FFF2-40B4-BE49-F238E27FC236}">
                <a16:creationId xmlns:a16="http://schemas.microsoft.com/office/drawing/2014/main" id="{6D77D690-9F34-EDC1-28C1-7F661612A05B}"/>
              </a:ext>
            </a:extLst>
          </p:cNvPr>
          <p:cNvCxnSpPr>
            <a:cxnSpLocks/>
            <a:stCxn id="20" idx="1"/>
            <a:endCxn id="100" idx="3"/>
          </p:cNvCxnSpPr>
          <p:nvPr/>
        </p:nvCxnSpPr>
        <p:spPr>
          <a:xfrm rot="10800000" flipV="1">
            <a:off x="9851730" y="4194828"/>
            <a:ext cx="400055" cy="4460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Connector: Elbow 54">
            <a:extLst>
              <a:ext uri="{FF2B5EF4-FFF2-40B4-BE49-F238E27FC236}">
                <a16:creationId xmlns:a16="http://schemas.microsoft.com/office/drawing/2014/main" id="{922EDCC4-B619-22D2-89DD-B0F718AAAF7A}"/>
              </a:ext>
            </a:extLst>
          </p:cNvPr>
          <p:cNvCxnSpPr>
            <a:cxnSpLocks/>
            <a:stCxn id="20" idx="1"/>
            <a:endCxn id="129" idx="3"/>
          </p:cNvCxnSpPr>
          <p:nvPr/>
        </p:nvCxnSpPr>
        <p:spPr>
          <a:xfrm rot="10800000" flipV="1">
            <a:off x="9851730" y="4194827"/>
            <a:ext cx="400055" cy="10413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Connector: Elbow 54">
            <a:extLst>
              <a:ext uri="{FF2B5EF4-FFF2-40B4-BE49-F238E27FC236}">
                <a16:creationId xmlns:a16="http://schemas.microsoft.com/office/drawing/2014/main" id="{92BA42B3-6ACA-4595-FAF7-9C5FFF88DDE8}"/>
              </a:ext>
            </a:extLst>
          </p:cNvPr>
          <p:cNvCxnSpPr>
            <a:cxnSpLocks/>
            <a:stCxn id="20" idx="1"/>
            <a:endCxn id="128" idx="3"/>
          </p:cNvCxnSpPr>
          <p:nvPr/>
        </p:nvCxnSpPr>
        <p:spPr>
          <a:xfrm rot="10800000" flipV="1">
            <a:off x="9851730" y="4194827"/>
            <a:ext cx="400055" cy="16248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AA58E80-786A-4374-3E38-7598EB70A29A}"/>
              </a:ext>
            </a:extLst>
          </p:cNvPr>
          <p:cNvSpPr/>
          <p:nvPr/>
        </p:nvSpPr>
        <p:spPr>
          <a:xfrm>
            <a:off x="1577398" y="6242222"/>
            <a:ext cx="1295401" cy="41335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 dirty="0">
                <a:latin typeface="Segoe UI" panose="020B0502040204020203" pitchFamily="34" charset="0"/>
                <a:cs typeface="Segoe UI" panose="020B0502040204020203" pitchFamily="34" charset="0"/>
              </a:rPr>
              <a:t>Already Created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68066DBA-8C0D-6061-123D-DA783F7B291C}"/>
              </a:ext>
            </a:extLst>
          </p:cNvPr>
          <p:cNvSpPr/>
          <p:nvPr/>
        </p:nvSpPr>
        <p:spPr>
          <a:xfrm>
            <a:off x="1577399" y="5788342"/>
            <a:ext cx="1295401" cy="4133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 dirty="0">
                <a:latin typeface="Segoe UI" panose="020B0502040204020203" pitchFamily="34" charset="0"/>
                <a:cs typeface="Segoe UI" panose="020B0502040204020203" pitchFamily="34" charset="0"/>
              </a:rPr>
              <a:t>Must be created for every product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7515E9A-2755-4B74-F052-3C87D7F8BE7A}"/>
              </a:ext>
            </a:extLst>
          </p:cNvPr>
          <p:cNvSpPr/>
          <p:nvPr/>
        </p:nvSpPr>
        <p:spPr>
          <a:xfrm>
            <a:off x="227157" y="6242222"/>
            <a:ext cx="1295401" cy="4133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 dirty="0">
                <a:latin typeface="Segoe UI" panose="020B0502040204020203" pitchFamily="34" charset="0"/>
                <a:cs typeface="Segoe UI" panose="020B0502040204020203" pitchFamily="34" charset="0"/>
              </a:rPr>
              <a:t>Must be modified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8282D37-7C8F-69D6-815C-5F1D3D8CF1BB}"/>
              </a:ext>
            </a:extLst>
          </p:cNvPr>
          <p:cNvSpPr/>
          <p:nvPr/>
        </p:nvSpPr>
        <p:spPr>
          <a:xfrm>
            <a:off x="227158" y="5788342"/>
            <a:ext cx="1295401" cy="413355"/>
          </a:xfrm>
          <a:prstGeom prst="rect">
            <a:avLst/>
          </a:prstGeom>
          <a:solidFill>
            <a:srgbClr val="FF0000">
              <a:alpha val="10196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 dirty="0">
                <a:latin typeface="Segoe UI" panose="020B0502040204020203" pitchFamily="34" charset="0"/>
                <a:cs typeface="Segoe UI" panose="020B0502040204020203" pitchFamily="34" charset="0"/>
              </a:rPr>
              <a:t>Must be created once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B2D9C55-46B5-FAE8-5E81-6DA2B8202727}"/>
              </a:ext>
            </a:extLst>
          </p:cNvPr>
          <p:cNvSpPr/>
          <p:nvPr/>
        </p:nvSpPr>
        <p:spPr>
          <a:xfrm>
            <a:off x="227157" y="5334462"/>
            <a:ext cx="2645642" cy="4133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 dirty="0">
                <a:latin typeface="Segoe UI" panose="020B0502040204020203" pitchFamily="34" charset="0"/>
                <a:cs typeface="Segoe UI" panose="020B0502040204020203" pitchFamily="34" charset="0"/>
              </a:rPr>
              <a:t>Note : </a:t>
            </a:r>
            <a:br>
              <a:rPr lang="en-CA" sz="105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050" dirty="0">
                <a:latin typeface="Segoe UI" panose="020B0502040204020203" pitchFamily="34" charset="0"/>
                <a:cs typeface="Segoe UI" panose="020B0502040204020203" pitchFamily="34" charset="0"/>
              </a:rPr>
              <a:t>Replace ### by the Company Code</a:t>
            </a:r>
          </a:p>
        </p:txBody>
      </p:sp>
      <p:cxnSp>
        <p:nvCxnSpPr>
          <p:cNvPr id="153" name="Connector: Elbow 171">
            <a:extLst>
              <a:ext uri="{FF2B5EF4-FFF2-40B4-BE49-F238E27FC236}">
                <a16:creationId xmlns:a16="http://schemas.microsoft.com/office/drawing/2014/main" id="{6C16A2F7-407E-C2A1-B81A-A582E53C9E62}"/>
              </a:ext>
            </a:extLst>
          </p:cNvPr>
          <p:cNvCxnSpPr>
            <a:cxnSpLocks/>
            <a:stCxn id="98" idx="1"/>
            <a:endCxn id="26" idx="3"/>
          </p:cNvCxnSpPr>
          <p:nvPr/>
        </p:nvCxnSpPr>
        <p:spPr>
          <a:xfrm rot="10800000">
            <a:off x="5438774" y="352886"/>
            <a:ext cx="1422106" cy="37044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Connector: Elbow 171">
            <a:extLst>
              <a:ext uri="{FF2B5EF4-FFF2-40B4-BE49-F238E27FC236}">
                <a16:creationId xmlns:a16="http://schemas.microsoft.com/office/drawing/2014/main" id="{C3FAB89B-9A82-1788-BE5B-A3D2F6C56E16}"/>
              </a:ext>
            </a:extLst>
          </p:cNvPr>
          <p:cNvCxnSpPr>
            <a:cxnSpLocks/>
            <a:stCxn id="99" idx="1"/>
            <a:endCxn id="26" idx="3"/>
          </p:cNvCxnSpPr>
          <p:nvPr/>
        </p:nvCxnSpPr>
        <p:spPr>
          <a:xfrm rot="10800000">
            <a:off x="5438775" y="352886"/>
            <a:ext cx="1422105" cy="42880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Connector: Elbow 171">
            <a:extLst>
              <a:ext uri="{FF2B5EF4-FFF2-40B4-BE49-F238E27FC236}">
                <a16:creationId xmlns:a16="http://schemas.microsoft.com/office/drawing/2014/main" id="{83412302-635A-7E19-2CDE-A7FAD639CF0D}"/>
              </a:ext>
            </a:extLst>
          </p:cNvPr>
          <p:cNvCxnSpPr>
            <a:cxnSpLocks/>
            <a:stCxn id="126" idx="1"/>
            <a:endCxn id="82" idx="3"/>
          </p:cNvCxnSpPr>
          <p:nvPr/>
        </p:nvCxnSpPr>
        <p:spPr>
          <a:xfrm rot="10800000">
            <a:off x="5038720" y="3160229"/>
            <a:ext cx="1822161" cy="20759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Connector: Elbow 171">
            <a:extLst>
              <a:ext uri="{FF2B5EF4-FFF2-40B4-BE49-F238E27FC236}">
                <a16:creationId xmlns:a16="http://schemas.microsoft.com/office/drawing/2014/main" id="{12E8D3FD-2521-99F0-2A27-22DCFAFA65EE}"/>
              </a:ext>
            </a:extLst>
          </p:cNvPr>
          <p:cNvCxnSpPr>
            <a:cxnSpLocks/>
            <a:stCxn id="2" idx="1"/>
            <a:endCxn id="82" idx="3"/>
          </p:cNvCxnSpPr>
          <p:nvPr/>
        </p:nvCxnSpPr>
        <p:spPr>
          <a:xfrm rot="10800000">
            <a:off x="5038720" y="3160229"/>
            <a:ext cx="1822159" cy="32958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Connector: Elbow 171">
            <a:extLst>
              <a:ext uri="{FF2B5EF4-FFF2-40B4-BE49-F238E27FC236}">
                <a16:creationId xmlns:a16="http://schemas.microsoft.com/office/drawing/2014/main" id="{90D7230D-70B4-0956-A122-3BC7FAE40192}"/>
              </a:ext>
            </a:extLst>
          </p:cNvPr>
          <p:cNvCxnSpPr>
            <a:cxnSpLocks/>
            <a:stCxn id="26" idx="2"/>
            <a:endCxn id="28" idx="3"/>
          </p:cNvCxnSpPr>
          <p:nvPr/>
        </p:nvCxnSpPr>
        <p:spPr>
          <a:xfrm rot="5400000">
            <a:off x="4019779" y="429315"/>
            <a:ext cx="494839" cy="10477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1990151-4B41-6FEE-C6E7-D781E7A29B68}"/>
              </a:ext>
            </a:extLst>
          </p:cNvPr>
          <p:cNvSpPr/>
          <p:nvPr/>
        </p:nvSpPr>
        <p:spPr>
          <a:xfrm>
            <a:off x="6860878" y="6201697"/>
            <a:ext cx="1295401" cy="508859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Almond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Z113-R07</a:t>
            </a:r>
          </a:p>
        </p:txBody>
      </p:sp>
      <p:cxnSp>
        <p:nvCxnSpPr>
          <p:cNvPr id="29" name="Connector: Elbow 171">
            <a:extLst>
              <a:ext uri="{FF2B5EF4-FFF2-40B4-BE49-F238E27FC236}">
                <a16:creationId xmlns:a16="http://schemas.microsoft.com/office/drawing/2014/main" id="{CCDC75B7-E74C-303F-2C29-A2C129168570}"/>
              </a:ext>
            </a:extLst>
          </p:cNvPr>
          <p:cNvCxnSpPr>
            <a:cxnSpLocks/>
            <a:stCxn id="127" idx="1"/>
            <a:endCxn id="82" idx="3"/>
          </p:cNvCxnSpPr>
          <p:nvPr/>
        </p:nvCxnSpPr>
        <p:spPr>
          <a:xfrm rot="10800000">
            <a:off x="5038719" y="3160229"/>
            <a:ext cx="1822160" cy="26594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BF5DE12-D953-D904-A9C8-D6A295A4CE39}"/>
              </a:ext>
            </a:extLst>
          </p:cNvPr>
          <p:cNvSpPr/>
          <p:nvPr/>
        </p:nvSpPr>
        <p:spPr>
          <a:xfrm>
            <a:off x="8556328" y="6194469"/>
            <a:ext cx="1295401" cy="508859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cxnSp>
        <p:nvCxnSpPr>
          <p:cNvPr id="44" name="Straight Arrow Connector 84">
            <a:extLst>
              <a:ext uri="{FF2B5EF4-FFF2-40B4-BE49-F238E27FC236}">
                <a16:creationId xmlns:a16="http://schemas.microsoft.com/office/drawing/2014/main" id="{81427FA2-D629-57D7-D4DB-F683FEB72181}"/>
              </a:ext>
            </a:extLst>
          </p:cNvPr>
          <p:cNvCxnSpPr>
            <a:cxnSpLocks/>
            <a:stCxn id="2" idx="3"/>
            <a:endCxn id="39" idx="1"/>
          </p:cNvCxnSpPr>
          <p:nvPr/>
        </p:nvCxnSpPr>
        <p:spPr>
          <a:xfrm flipV="1">
            <a:off x="8156279" y="6448899"/>
            <a:ext cx="400049" cy="7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84">
            <a:extLst>
              <a:ext uri="{FF2B5EF4-FFF2-40B4-BE49-F238E27FC236}">
                <a16:creationId xmlns:a16="http://schemas.microsoft.com/office/drawing/2014/main" id="{F5BD5A41-0E1B-F248-2888-1678319045B3}"/>
              </a:ext>
            </a:extLst>
          </p:cNvPr>
          <p:cNvCxnSpPr>
            <a:cxnSpLocks/>
            <a:stCxn id="39" idx="3"/>
            <a:endCxn id="20" idx="1"/>
          </p:cNvCxnSpPr>
          <p:nvPr/>
        </p:nvCxnSpPr>
        <p:spPr>
          <a:xfrm flipV="1">
            <a:off x="9851729" y="4194828"/>
            <a:ext cx="400055" cy="22540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0C856846-916E-BBE6-91DF-CC7AE0C68755}"/>
              </a:ext>
            </a:extLst>
          </p:cNvPr>
          <p:cNvSpPr/>
          <p:nvPr/>
        </p:nvSpPr>
        <p:spPr>
          <a:xfrm>
            <a:off x="2067939" y="4587729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Work Center 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113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D2DC849-A299-2D8F-BEDF-BE3D4B1297A3}"/>
              </a:ext>
            </a:extLst>
          </p:cNvPr>
          <p:cNvSpPr/>
          <p:nvPr/>
        </p:nvSpPr>
        <p:spPr>
          <a:xfrm>
            <a:off x="2074295" y="3639013"/>
            <a:ext cx="129540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Routing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113-F17</a:t>
            </a:r>
          </a:p>
        </p:txBody>
      </p:sp>
      <p:cxnSp>
        <p:nvCxnSpPr>
          <p:cNvPr id="71" name="Straight Arrow Connector 127">
            <a:extLst>
              <a:ext uri="{FF2B5EF4-FFF2-40B4-BE49-F238E27FC236}">
                <a16:creationId xmlns:a16="http://schemas.microsoft.com/office/drawing/2014/main" id="{7AE91996-1468-4E4D-D3FF-961B0C139475}"/>
              </a:ext>
            </a:extLst>
          </p:cNvPr>
          <p:cNvCxnSpPr>
            <a:cxnSpLocks/>
            <a:stCxn id="68" idx="0"/>
            <a:endCxn id="69" idx="2"/>
          </p:cNvCxnSpPr>
          <p:nvPr/>
        </p:nvCxnSpPr>
        <p:spPr>
          <a:xfrm flipV="1">
            <a:off x="2715640" y="4344785"/>
            <a:ext cx="6356" cy="242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132">
            <a:extLst>
              <a:ext uri="{FF2B5EF4-FFF2-40B4-BE49-F238E27FC236}">
                <a16:creationId xmlns:a16="http://schemas.microsoft.com/office/drawing/2014/main" id="{8B730A88-3E29-74D4-73EF-D64FAE0625CC}"/>
              </a:ext>
            </a:extLst>
          </p:cNvPr>
          <p:cNvCxnSpPr>
            <a:cxnSpLocks/>
            <a:endCxn id="69" idx="0"/>
          </p:cNvCxnSpPr>
          <p:nvPr/>
        </p:nvCxnSpPr>
        <p:spPr>
          <a:xfrm flipH="1">
            <a:off x="2721996" y="3497060"/>
            <a:ext cx="1" cy="141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137">
            <a:extLst>
              <a:ext uri="{FF2B5EF4-FFF2-40B4-BE49-F238E27FC236}">
                <a16:creationId xmlns:a16="http://schemas.microsoft.com/office/drawing/2014/main" id="{9D7B8EDB-8D9B-A867-0AFE-D28719A2AC4C}"/>
              </a:ext>
            </a:extLst>
          </p:cNvPr>
          <p:cNvCxnSpPr>
            <a:cxnSpLocks/>
          </p:cNvCxnSpPr>
          <p:nvPr/>
        </p:nvCxnSpPr>
        <p:spPr>
          <a:xfrm>
            <a:off x="3369697" y="3144174"/>
            <a:ext cx="4000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Connector: Elbow 171">
            <a:extLst>
              <a:ext uri="{FF2B5EF4-FFF2-40B4-BE49-F238E27FC236}">
                <a16:creationId xmlns:a16="http://schemas.microsoft.com/office/drawing/2014/main" id="{276F54C1-04B6-7E66-4667-749FEEED7C13}"/>
              </a:ext>
            </a:extLst>
          </p:cNvPr>
          <p:cNvCxnSpPr>
            <a:cxnSpLocks/>
            <a:endCxn id="69" idx="3"/>
          </p:cNvCxnSpPr>
          <p:nvPr/>
        </p:nvCxnSpPr>
        <p:spPr>
          <a:xfrm rot="5400000">
            <a:off x="3646153" y="3220603"/>
            <a:ext cx="494839" cy="10477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28768D76-B784-8DF7-D3FA-A54DCAFB46E3}"/>
              </a:ext>
            </a:extLst>
          </p:cNvPr>
          <p:cNvSpPr/>
          <p:nvPr/>
        </p:nvSpPr>
        <p:spPr>
          <a:xfrm>
            <a:off x="2067939" y="2791286"/>
            <a:ext cx="129540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Finished Product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113-F17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ED68C4F-DD87-07C3-2351-B5B1B3791185}"/>
              </a:ext>
            </a:extLst>
          </p:cNvPr>
          <p:cNvSpPr/>
          <p:nvPr/>
        </p:nvSpPr>
        <p:spPr>
          <a:xfrm>
            <a:off x="3743318" y="2807343"/>
            <a:ext cx="129540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Bill of Material</a:t>
            </a:r>
            <a:b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 dirty="0">
                <a:latin typeface="Segoe UI" panose="020B0502040204020203" pitchFamily="34" charset="0"/>
                <a:cs typeface="Segoe UI" panose="020B0502040204020203" pitchFamily="34" charset="0"/>
              </a:rPr>
              <a:t>113-F17</a:t>
            </a:r>
          </a:p>
        </p:txBody>
      </p:sp>
      <p:cxnSp>
        <p:nvCxnSpPr>
          <p:cNvPr id="84" name="Connector: Elbow 171">
            <a:extLst>
              <a:ext uri="{FF2B5EF4-FFF2-40B4-BE49-F238E27FC236}">
                <a16:creationId xmlns:a16="http://schemas.microsoft.com/office/drawing/2014/main" id="{EC6ECED8-43F9-5B42-AA2E-700995BC9A08}"/>
              </a:ext>
            </a:extLst>
          </p:cNvPr>
          <p:cNvCxnSpPr>
            <a:cxnSpLocks/>
            <a:stCxn id="81" idx="1"/>
            <a:endCxn id="32" idx="2"/>
          </p:cNvCxnSpPr>
          <p:nvPr/>
        </p:nvCxnSpPr>
        <p:spPr>
          <a:xfrm rot="10800000">
            <a:off x="1131159" y="2373972"/>
            <a:ext cx="936780" cy="7702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7738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334</Words>
  <Application>Microsoft Office PowerPoint</Application>
  <PresentationFormat>Grand écran</PresentationFormat>
  <Paragraphs>70</Paragraphs>
  <Slides>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Thème Office</vt:lpstr>
      <vt:lpstr>Cas Almond – Gabarit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 #1 – Au feu !</dc:title>
  <dc:creator>Théophile Demazure</dc:creator>
  <cp:lastModifiedBy>Estha Wamonakeba Tshiya</cp:lastModifiedBy>
  <cp:revision>48</cp:revision>
  <dcterms:created xsi:type="dcterms:W3CDTF">2023-08-15T23:08:23Z</dcterms:created>
  <dcterms:modified xsi:type="dcterms:W3CDTF">2025-12-22T02:01:01Z</dcterms:modified>
</cp:coreProperties>
</file>